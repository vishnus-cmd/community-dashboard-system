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type="screen16x9"/>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
  <Relationship Id="rId14" Type="http://schemas.openxmlformats.org/officeDocument/2006/relationships/theme" Target="theme/theme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Title</a:t>
            </a:r>
          </a:p>
        </p:txBody>
      </p:sp>
      <p:sp>
        <p:nvSpPr>
          <p:cNvPr id="3" name="Body"/>
          <p:cNvSpPr txBox="1"/>
          <p:nvPr/>
        </p:nvSpPr>
        <p:spPr>
          <a:xfrm>
            <a:off x="914400" y="1600200"/>
            <a:ext cx="10363200" cy="4572000"/>
          </a:xfrm>
          <a:prstGeom prst="rect">
            <a:avLst/>
          </a:prstGeom>
        </p:spPr>
        <p:txBody>
          <a:bodyPr/>
          <a:lstStyle/>
          <a:p>
            <a:r>
              <a:rPr lang="en-US" sz="2400"/>
              <a:t>Community Dashboard Management System</a:t>
            </a:r>
          </a:p>
          <a:p>
            <a:r>
              <a:rPr lang="en-US" sz="2400"/>
              <a:t>Final Year Major Project using React + Tailwind, Spring Boot, MySQL, Swagger, Docker, and config-driven generation.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Problem Statement</a:t>
            </a:r>
          </a:p>
        </p:txBody>
      </p:sp>
      <p:sp>
        <p:nvSpPr>
          <p:cNvPr id="3" name="Body"/>
          <p:cNvSpPr txBox="1"/>
          <p:nvPr/>
        </p:nvSpPr>
        <p:spPr>
          <a:xfrm>
            <a:off x="914400" y="1600200"/>
            <a:ext cx="10363200" cy="4572000"/>
          </a:xfrm>
          <a:prstGeom prst="rect">
            <a:avLst/>
          </a:prstGeom>
        </p:spPr>
        <p:txBody>
          <a:bodyPr/>
          <a:lstStyle/>
          <a:p>
            <a:r>
              <a:rPr lang="en-US" sz="2400"/>
              <a:t>Manual handling of Community Beneficiaries, Community Volunteers, Community Donations, Community Requests, and Community Campaigns causes delays, duplicate entries, weak reporting, and poor tracking in the community dashboard domain.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Objectives</a:t>
            </a:r>
          </a:p>
        </p:txBody>
      </p:sp>
      <p:sp>
        <p:nvSpPr>
          <p:cNvPr id="3" name="Body"/>
          <p:cNvSpPr txBox="1"/>
          <p:nvPr/>
        </p:nvSpPr>
        <p:spPr>
          <a:xfrm>
            <a:off x="914400" y="1600200"/>
            <a:ext cx="10363200" cy="4572000"/>
          </a:xfrm>
          <a:prstGeom prst="rect">
            <a:avLst/>
          </a:prstGeom>
        </p:spPr>
        <p:txBody>
          <a:bodyPr/>
          <a:lstStyle/>
          <a:p>
            <a:r>
              <a:rPr lang="en-US" sz="2400"/>
              <a:t>Provide secure login, domain workflows, analytics dashboard, reports, audit history, seed data, documented APIs, and student-ready project material.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Existing System</a:t>
            </a:r>
          </a:p>
        </p:txBody>
      </p:sp>
      <p:sp>
        <p:nvSpPr>
          <p:cNvPr id="3" name="Body"/>
          <p:cNvSpPr txBox="1"/>
          <p:nvPr/>
        </p:nvSpPr>
        <p:spPr>
          <a:xfrm>
            <a:off x="914400" y="1600200"/>
            <a:ext cx="10363200" cy="4572000"/>
          </a:xfrm>
          <a:prstGeom prst="rect">
            <a:avLst/>
          </a:prstGeom>
        </p:spPr>
        <p:txBody>
          <a:bodyPr/>
          <a:lstStyle/>
          <a:p>
            <a:r>
              <a:rPr lang="en-US" sz="2400"/>
              <a:t>Existing work is usually managed using paper registers, spreadsheets, or disconnected tools with limited validation and reporting.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Proposed System</a:t>
            </a:r>
          </a:p>
        </p:txBody>
      </p:sp>
      <p:sp>
        <p:nvSpPr>
          <p:cNvPr id="3" name="Body"/>
          <p:cNvSpPr txBox="1"/>
          <p:nvPr/>
        </p:nvSpPr>
        <p:spPr>
          <a:xfrm>
            <a:off x="914400" y="1600200"/>
            <a:ext cx="10363200" cy="4572000"/>
          </a:xfrm>
          <a:prstGeom prst="rect">
            <a:avLst/>
          </a:prstGeom>
        </p:spPr>
        <p:txBody>
          <a:bodyPr/>
          <a:lstStyle/>
          <a:p>
            <a:r>
              <a:rPr lang="en-US" sz="2400"/>
              <a:t>Community Dashboard Management System centralizes Community Beneficiaries, Community Volunteers, Community Donations, Community Requests, and Community Campaigns in one web application with a frontend dashboard, backend REST API, and MySQL storage.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Technology Stack</a:t>
            </a:r>
          </a:p>
        </p:txBody>
      </p:sp>
      <p:sp>
        <p:nvSpPr>
          <p:cNvPr id="3" name="Body"/>
          <p:cNvSpPr txBox="1"/>
          <p:nvPr/>
        </p:nvSpPr>
        <p:spPr>
          <a:xfrm>
            <a:off x="914400" y="1600200"/>
            <a:ext cx="10363200" cy="4572000"/>
          </a:xfrm>
          <a:prstGeom prst="rect">
            <a:avLst/>
          </a:prstGeom>
        </p:spPr>
        <p:txBody>
          <a:bodyPr/>
          <a:lstStyle/>
          <a:p>
            <a:r>
              <a:rPr lang="en-US" sz="2400"/>
              <a:t>Frontend: React + Tailwind</a:t>
            </a:r>
          </a:p>
          <a:p>
            <a:r>
              <a:rPr lang="en-US" sz="2400"/>
              <a:t>Backend: Spring Boot</a:t>
            </a:r>
          </a:p>
          <a:p>
            <a:r>
              <a:rPr lang="en-US" sz="2400"/>
              <a:t>Database: MySQL</a:t>
            </a:r>
          </a:p>
          <a:p>
            <a:r>
              <a:rPr lang="en-US" sz="2400"/>
              <a:t>API Docs: Swagger</a:t>
            </a:r>
          </a:p>
          <a:p>
            <a:r>
              <a:rPr lang="en-US" sz="2400"/>
              <a:t>Runtime: Docker Compose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System Architecture</a:t>
            </a:r>
          </a:p>
        </p:txBody>
      </p:sp>
      <p:sp>
        <p:nvSpPr>
          <p:cNvPr id="3" name="Body"/>
          <p:cNvSpPr txBox="1"/>
          <p:nvPr/>
        </p:nvSpPr>
        <p:spPr>
          <a:xfrm>
            <a:off x="914400" y="1600200"/>
            <a:ext cx="10363200" cy="4572000"/>
          </a:xfrm>
          <a:prstGeom prst="rect">
            <a:avLst/>
          </a:prstGeom>
        </p:spPr>
        <p:txBody>
          <a:bodyPr/>
          <a:lstStyle/>
          <a:p>
            <a:r>
              <a:rPr lang="en-US" sz="2400"/>
              <a:t>Browser frontend communicates with the Spring Boot API. The API validates requests, applies authentication, stores data in MySQL, and exposes Swagger documentation.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Modules</a:t>
            </a:r>
          </a:p>
        </p:txBody>
      </p:sp>
      <p:sp>
        <p:nvSpPr>
          <p:cNvPr id="3" name="Body"/>
          <p:cNvSpPr txBox="1"/>
          <p:nvPr/>
        </p:nvSpPr>
        <p:spPr>
          <a:xfrm>
            <a:off x="914400" y="1600200"/>
            <a:ext cx="10363200" cy="4572000"/>
          </a:xfrm>
          <a:prstGeom prst="rect">
            <a:avLst/>
          </a:prstGeom>
        </p:spPr>
        <p:txBody>
          <a:bodyPr/>
          <a:lstStyle/>
          <a:p>
            <a:r>
              <a:rPr lang="en-US" sz="2400"/>
              <a:t>- Dashboard</a:t>
            </a:r>
          </a:p>
          <a:p>
            <a:r>
              <a:rPr lang="en-US" sz="2400"/>
              <a:t>- Community Beneficiaries</a:t>
            </a:r>
          </a:p>
          <a:p>
            <a:r>
              <a:rPr lang="en-US" sz="2400"/>
              <a:t>- Community Volunteers</a:t>
            </a:r>
          </a:p>
          <a:p>
            <a:r>
              <a:rPr lang="en-US" sz="2400"/>
              <a:t>- Community Donations</a:t>
            </a:r>
          </a:p>
          <a:p>
            <a:r>
              <a:rPr lang="en-US" sz="2400"/>
              <a:t>- Community Requests</a:t>
            </a:r>
          </a:p>
          <a:p>
            <a:r>
              <a:rPr lang="en-US" sz="2400"/>
              <a:t>- Community Campaigns</a:t>
            </a:r>
          </a:p>
          <a:p>
            <a:r>
              <a:rPr lang="en-US" sz="2400"/>
              <a:t>- Register Volunteer</a:t>
            </a:r>
          </a:p>
          <a:p>
            <a:r>
              <a:rPr lang="en-US" sz="2400"/>
              <a:t>- Record Donation</a:t>
            </a:r>
          </a:p>
          <a:p>
            <a:r>
              <a:rPr lang="en-US" sz="2400"/>
              <a:t>- Resolve Community Request</a:t>
            </a:r>
          </a:p>
          <a:p>
            <a:r>
              <a:rPr lang="en-US" sz="2400"/>
              <a:t>- Reports</a:t>
            </a:r>
          </a:p>
          <a:p>
            <a:r>
              <a:rPr lang="en-US" sz="2400"/>
              <a:t>- Audit Trail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Database Design</a:t>
            </a:r>
          </a:p>
        </p:txBody>
      </p:sp>
      <p:sp>
        <p:nvSpPr>
          <p:cNvPr id="3" name="Body"/>
          <p:cNvSpPr txBox="1"/>
          <p:nvPr/>
        </p:nvSpPr>
        <p:spPr>
          <a:xfrm>
            <a:off x="914400" y="1600200"/>
            <a:ext cx="10363200" cy="4572000"/>
          </a:xfrm>
          <a:prstGeom prst="rect">
            <a:avLst/>
          </a:prstGeom>
        </p:spPr>
        <p:txBody>
          <a:bodyPr/>
          <a:lstStyle/>
          <a:p>
            <a:r>
              <a:rPr lang="en-US" sz="2400"/>
              <a:t>The data model includes users, roles, audit logs, and domain collections for Community Beneficiaries, Community Volunteers, Community Donations, Community Requests, Community Campaigns. Key fields include Community Beneficiaries with Community Beneficiary Code, Community Beneficiary Name, Community Category, NGO &amp; Community Management Owner, Community Beneficiary Status, Community Beneficiary Code, Community Need Type, Community Location; Community Volunteers with Community Volunteer Code, Community Volunteer Name, Community Category, NGO &amp; Community Management Owner, Community Volunteer Status, Community Volunteer Code, Community Skill, Community Availability; Community Donations with Community Donation Code, Community Donation Name, Community Category, NGO &amp; Community Management Owner, Community Donation Status, Community Donation Number, Community Donor Name, Community Amount; Community Requests with Community Request Code, Community Request Name, Community Category, NGO &amp; Community Management Owner, Community Request Status, Community Request Number, Community Request Type, Community Priority; Community Campaigns with Community Campaign Code, Community Campaign Name, Community Category, NGO &amp; Community Management Owner, Community Campaign Status, Community Campaign Code, Community Target Amount, Community Impact Count.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Screenshots</a:t>
            </a:r>
          </a:p>
        </p:txBody>
      </p:sp>
      <p:sp>
        <p:nvSpPr>
          <p:cNvPr id="3" name="Body"/>
          <p:cNvSpPr txBox="1"/>
          <p:nvPr/>
        </p:nvSpPr>
        <p:spPr>
          <a:xfrm>
            <a:off x="914400" y="1600200"/>
            <a:ext cx="10363200" cy="4572000"/>
          </a:xfrm>
          <a:prstGeom prst="rect">
            <a:avLst/>
          </a:prstGeom>
        </p:spPr>
        <p:txBody>
          <a:bodyPr/>
          <a:lstStyle/>
          <a:p>
            <a:r>
              <a:rPr lang="en-US" sz="2400"/>
              <a:t>Use screenshots from docs/screenshots: login page, dashboard, management pages, reports, audit log, and Swagger.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Testing</a:t>
            </a:r>
          </a:p>
        </p:txBody>
      </p:sp>
      <p:sp>
        <p:nvSpPr>
          <p:cNvPr id="3" name="Body"/>
          <p:cNvSpPr txBox="1"/>
          <p:nvPr/>
        </p:nvSpPr>
        <p:spPr>
          <a:xfrm>
            <a:off x="914400" y="1600200"/>
            <a:ext cx="10363200" cy="4572000"/>
          </a:xfrm>
          <a:prstGeom prst="rect">
            <a:avLst/>
          </a:prstGeom>
        </p:spPr>
        <p:txBody>
          <a:bodyPr/>
          <a:lstStyle/>
          <a:p>
            <a:r>
              <a:rPr lang="en-US" sz="2400"/>
              <a:t>Testing includes backend build, frontend build, Docker config, migration, seed, health endpoint, Swagger endpoint, login API, CRUD smoke test, browser smoke test, screenshots, and uniqueness validation.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Future Scope</a:t>
            </a:r>
          </a:p>
        </p:txBody>
      </p:sp>
      <p:sp>
        <p:nvSpPr>
          <p:cNvPr id="3" name="Body"/>
          <p:cNvSpPr txBox="1"/>
          <p:nvPr/>
        </p:nvSpPr>
        <p:spPr>
          <a:xfrm>
            <a:off x="914400" y="1600200"/>
            <a:ext cx="10363200" cy="4572000"/>
          </a:xfrm>
          <a:prstGeom prst="rect">
            <a:avLst/>
          </a:prstGeom>
        </p:spPr>
        <p:txBody>
          <a:bodyPr/>
          <a:lstStyle/>
          <a:p>
            <a:r>
              <a:rPr lang="en-US" sz="2400"/>
              <a:t>- Register Volunteer: Register Volunteer for community dashboard with clear steps, ownership, and audit-ready status updates.</a:t>
            </a:r>
          </a:p>
          <a:p>
            <a:r>
              <a:rPr lang="en-US" sz="2400"/>
              <a:t>- Record Donation: Record Donation for community dashboard with clear steps, ownership, and audit-ready status updates.</a:t>
            </a:r>
          </a:p>
          <a:p>
            <a:r>
              <a:rPr lang="en-US" sz="2400"/>
              <a:t>- Resolve Community Request: Resolve Community Request for community dashboard with clear steps, ownership, and audit-ready status updates.</a:t>
            </a:r>
          </a:p>
          <a:p>
            <a:r>
              <a:rPr lang="en-US" sz="2400"/>
              <a:t>- PDF/Excel export</a:t>
            </a:r>
          </a:p>
          <a:p>
            <a:r>
              <a:rPr lang="en-US" sz="2400"/>
              <a:t>- role-based permissions</a:t>
            </a:r>
          </a:p>
          <a:p>
            <a:r>
              <a:rPr lang="en-US" sz="2400"/>
              <a:t>- email/SMS notifications</a:t>
            </a:r>
          </a:p>
          <a:p>
            <a:r>
              <a:rPr lang="en-US" sz="2400"/>
              <a:t>- advanced analytics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820400" cy="914400"/>
          </a:xfrm>
          <a:prstGeom prst="rect">
            <a:avLst/>
          </a:prstGeom>
        </p:spPr>
        <p:txBody>
          <a:bodyPr/>
          <a:lstStyle/>
          <a:p>
            <a:r>
              <a:rPr lang="en-US" sz="4000" b="1"/>
              <a:t>Conclusion</a:t>
            </a:r>
          </a:p>
        </p:txBody>
      </p:sp>
      <p:sp>
        <p:nvSpPr>
          <p:cNvPr id="3" name="Body"/>
          <p:cNvSpPr txBox="1"/>
          <p:nvPr/>
        </p:nvSpPr>
        <p:spPr>
          <a:xfrm>
            <a:off x="914400" y="1600200"/>
            <a:ext cx="10363200" cy="4572000"/>
          </a:xfrm>
          <a:prstGeom prst="rect">
            <a:avLst/>
          </a:prstGeom>
        </p:spPr>
        <p:txBody>
          <a:bodyPr/>
          <a:lstStyle/>
          <a:p>
            <a:r>
              <a:rPr lang="en-US" sz="2400"/>
              <a:t>Community Dashboard Management System is major-project ready because it includes working code, workflows, analytics scope, seed data, Docker setup, validation, browser testing, screenshots, config-driven project material, and complete submission documentation.</a:t>
            </a:r>
          </a:p>
        </p:txBody>
      </p:sp>
    </p:spTree>
  </p:cSld>
  <p:clrMapOvr>
    <a:masterClrMapping/>
  </p:clrMapOvr>
</p:sld>
</file>

<file path=ppt/theme/theme1.xml><?xml version="1.0" encoding="utf-8"?>
<a:theme xmlns:a="http://schemas.openxmlformats.org/drawingml/2006/main" name="Student Project Factory">
  <a:themeElements>
    <a:clrScheme name="Office">
      <a:dk1>
        <a:sysClr val="windowText" lastClr="000000"/>
      </a:dk1>
      <a:lt1>
        <a:sysClr val="window" lastClr="FFFFFF"/>
      </a:lt1>
      <a:dk2>
        <a:srgbClr val="1F2937"/>
      </a:dk2>
      <a:lt2>
        <a:srgbClr val="F8FAFC"/>
      </a:lt2>
      <a:accent1>
        <a:srgbClr val="2563EB"/>
      </a:accent1>
      <a:accent2>
        <a:srgbClr val="059669"/>
      </a:accent2>
      <a:accent3>
        <a:srgbClr val="D97706"/>
      </a:accent3>
      <a:accent4>
        <a:srgbClr val="7C3AED"/>
      </a:accent4>
      <a:accent5>
        <a:srgbClr val="DC2626"/>
      </a:accent5>
      <a:accent6>
        <a:srgbClr val="0891B2"/>
      </a:accent6>
      <a:hlink>
        <a:srgbClr val="2563EB"/>
      </a:hlink>
      <a:folHlink>
        <a:srgbClr val="7C3AED"/>
      </a:folHlink>
    </a:clrScheme>
    <a:fontScheme name="Office">
      <a:majorFont>
        <a:latin typeface="Arial"/>
      </a:majorFont>
      <a:minorFont>
        <a:latin typeface="Arial"/>
      </a:minorFont>
    </a:fontScheme>
    <a:fmtScheme name="Office">
      <a:fillStyleLst>
        <a:solidFill>
          <a:schemeClr val="phClr"/>
        </a:solidFill>
      </a:fillStyleLst>
      <a:lnStyleLst>
        <a:ln w="6350">
          <a:solidFill>
            <a:schemeClr val="phClr"/>
          </a:solidFill>
        </a:ln>
      </a:lnStyleLst>
      <a:effectStyleLst>
        <a:effectStyle>
          <a:effectLst/>
        </a:effectStyle>
      </a:effectStyleLst>
      <a:bgFillStyleLst>
        <a:solidFill>
          <a:schemeClr val="phClr"/>
        </a:solidFill>
      </a:bgFillStyleLst>
    </a:fmtScheme>
  </a:themeElements>
</a:theme>
</file>